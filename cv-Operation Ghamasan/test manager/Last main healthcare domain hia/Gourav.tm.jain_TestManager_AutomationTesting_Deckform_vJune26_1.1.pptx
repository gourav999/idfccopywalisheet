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787376" y="2377341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</a:t>
            </a:r>
            <a:r>
              <a:rPr lang="en-US" sz="115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.5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yrs. Designation: QA Architect/Manager.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 Test Engineering Manager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/Architect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723272" y="2576687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kumimoji="0" lang="en-US" sz="115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 b="15854"/>
          <a:stretch/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741027" y="710622"/>
            <a:ext cx="740923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Healthcare Domain – Manager/Architect (Team Size: 8) – UnitedHealthcare, [May 2025 – Present]</a:t>
            </a:r>
            <a:r>
              <a:rPr kumimoji="0" lang="en-US" sz="11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marR="0" lvl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Leading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8-member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team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testing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UnitedHealthcare’s website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Adobe Experience Manager (AEM).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Playwright + Cucumber + TypeScript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faster and more structured regression testing.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processes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AEM components, templates, workflows, and content publishing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quality across authoring and delivery layers.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AEM developers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owners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provided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UAT support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business teams for smoother releases.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strong client rapport,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acting as  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trusted QA point of contact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ensuring transparent communication.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911803" y="2930531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94439" y="24043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94439" y="1576100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1383</Words>
  <Application>Microsoft Office PowerPoint</Application>
  <PresentationFormat>Widescreen</PresentationFormat>
  <Paragraphs>120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177</cp:revision>
  <dcterms:created xsi:type="dcterms:W3CDTF">2023-02-08T14:25:43Z</dcterms:created>
  <dcterms:modified xsi:type="dcterms:W3CDTF">2026-06-24T12:24:01Z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